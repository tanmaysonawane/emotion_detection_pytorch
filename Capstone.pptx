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83" r:id="rId2"/>
  </p:sldMasterIdLst>
  <p:notesMasterIdLst>
    <p:notesMasterId r:id="rId24"/>
  </p:notesMasterIdLst>
  <p:sldIdLst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75" r:id="rId12"/>
    <p:sldId id="272" r:id="rId13"/>
    <p:sldId id="273" r:id="rId14"/>
    <p:sldId id="270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7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C24D"/>
    <a:srgbClr val="003764"/>
    <a:srgbClr val="0E3664"/>
    <a:srgbClr val="FFB915"/>
    <a:srgbClr val="F9B8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08" autoAdjust="0"/>
    <p:restoredTop sz="96327" autoAdjust="0"/>
  </p:normalViewPr>
  <p:slideViewPr>
    <p:cSldViewPr snapToObjects="1">
      <p:cViewPr varScale="1">
        <p:scale>
          <a:sx n="82" d="100"/>
          <a:sy n="82" d="100"/>
        </p:scale>
        <p:origin x="63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may D Sonawane" userId="1917c6f0-419d-415d-81c7-d82be142d846" providerId="ADAL" clId="{94D88411-39EC-411F-B19E-417E9CE16F3A}"/>
    <pc:docChg chg="modSld">
      <pc:chgData name="Tanmay D Sonawane" userId="1917c6f0-419d-415d-81c7-d82be142d846" providerId="ADAL" clId="{94D88411-39EC-411F-B19E-417E9CE16F3A}" dt="2025-12-11T22:49:54.591" v="21" actId="20577"/>
      <pc:docMkLst>
        <pc:docMk/>
      </pc:docMkLst>
      <pc:sldChg chg="modSp mod modNotesTx">
        <pc:chgData name="Tanmay D Sonawane" userId="1917c6f0-419d-415d-81c7-d82be142d846" providerId="ADAL" clId="{94D88411-39EC-411F-B19E-417E9CE16F3A}" dt="2025-12-11T22:49:54.591" v="21" actId="20577"/>
        <pc:sldMkLst>
          <pc:docMk/>
          <pc:sldMk cId="4248310360" sldId="257"/>
        </pc:sldMkLst>
        <pc:spChg chg="mod">
          <ac:chgData name="Tanmay D Sonawane" userId="1917c6f0-419d-415d-81c7-d82be142d846" providerId="ADAL" clId="{94D88411-39EC-411F-B19E-417E9CE16F3A}" dt="2025-12-11T22:42:14.937" v="1" actId="20577"/>
          <ac:spMkLst>
            <pc:docMk/>
            <pc:sldMk cId="4248310360" sldId="257"/>
            <ac:spMk id="2" creationId="{9A05714B-D157-2A47-BA28-54343684982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F97530-C8C4-7E48-8CA6-FB28D8D63463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B1DBA2-8856-0647-8888-B901A6A1D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392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1DBA2-8856-0647-8888-B901A6A1DF5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438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1DBA2-8856-0647-8888-B901A6A1DF5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170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EDEC4-9399-444E-B01D-76E0ABBB1E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rgbClr val="003764"/>
                </a:solidFill>
              </a:defRPr>
            </a:lvl1pPr>
          </a:lstStyle>
          <a:p>
            <a:r>
              <a:rPr lang="en-US" dirty="0"/>
              <a:t>PRESENTATION 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571A04-D489-C24A-8268-C9A2A3894D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rgbClr val="00376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 (date, presenter,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7C7679-F87B-6443-8C45-8AB863F1407C}"/>
              </a:ext>
            </a:extLst>
          </p:cNvPr>
          <p:cNvCxnSpPr>
            <a:cxnSpLocks/>
          </p:cNvCxnSpPr>
          <p:nvPr userDrawn="1"/>
        </p:nvCxnSpPr>
        <p:spPr>
          <a:xfrm>
            <a:off x="3352800" y="3657600"/>
            <a:ext cx="54864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6E5D6F0-12D7-A86B-35E8-11E8A208845D}"/>
              </a:ext>
            </a:extLst>
          </p:cNvPr>
          <p:cNvCxnSpPr>
            <a:cxnSpLocks/>
          </p:cNvCxnSpPr>
          <p:nvPr userDrawn="1"/>
        </p:nvCxnSpPr>
        <p:spPr>
          <a:xfrm>
            <a:off x="3505200" y="3810000"/>
            <a:ext cx="5486400" cy="0"/>
          </a:xfrm>
          <a:prstGeom prst="line">
            <a:avLst/>
          </a:prstGeom>
          <a:ln w="28575">
            <a:solidFill>
              <a:srgbClr val="FEC2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0187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Full Page Prohib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6C29A-6FE2-1541-A13A-7B4A3A41E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381000"/>
            <a:ext cx="11429999" cy="1309688"/>
          </a:xfrm>
        </p:spPr>
        <p:txBody>
          <a:bodyPr/>
          <a:lstStyle>
            <a:lvl1pPr marL="9525" indent="0">
              <a:tabLst/>
              <a:defRPr>
                <a:solidFill>
                  <a:srgbClr val="003764"/>
                </a:solidFill>
              </a:defRPr>
            </a:lvl1pPr>
          </a:lstStyle>
          <a:p>
            <a:r>
              <a:rPr lang="en-US" dirty="0"/>
              <a:t>CONTENT SLIDE (1-COLUMN, NO PICTURE)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E0102-2FC2-1D4F-8554-0AEA981D7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3764"/>
                </a:solidFill>
              </a:defRPr>
            </a:lvl1pPr>
            <a:lvl2pPr>
              <a:defRPr>
                <a:solidFill>
                  <a:srgbClr val="003764"/>
                </a:solidFill>
              </a:defRPr>
            </a:lvl2pPr>
            <a:lvl3pPr>
              <a:defRPr>
                <a:solidFill>
                  <a:srgbClr val="003764"/>
                </a:solidFill>
              </a:defRPr>
            </a:lvl3pPr>
            <a:lvl4pPr>
              <a:defRPr>
                <a:solidFill>
                  <a:srgbClr val="003764"/>
                </a:solidFill>
              </a:defRPr>
            </a:lvl4pPr>
            <a:lvl5pPr>
              <a:defRPr>
                <a:solidFill>
                  <a:srgbClr val="00376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7959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t 2 Columns Prohib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1A91-A45C-2841-9C87-79CA5E71E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3764"/>
                </a:solidFill>
              </a:defRPr>
            </a:lvl1pPr>
          </a:lstStyle>
          <a:p>
            <a:r>
              <a:rPr lang="en-US" dirty="0"/>
              <a:t>CONTENT SLIDE (2-COLUMN, NO PICTURE)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C3057-E734-4A4B-ACE8-204A793A3C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845984"/>
            <a:ext cx="5471160" cy="4178932"/>
          </a:xfrm>
        </p:spPr>
        <p:txBody>
          <a:bodyPr/>
          <a:lstStyle>
            <a:lvl1pPr>
              <a:defRPr>
                <a:solidFill>
                  <a:srgbClr val="003764"/>
                </a:solidFill>
              </a:defRPr>
            </a:lvl1pPr>
            <a:lvl2pPr>
              <a:defRPr>
                <a:solidFill>
                  <a:srgbClr val="003764"/>
                </a:solidFill>
              </a:defRPr>
            </a:lvl2pPr>
            <a:lvl3pPr>
              <a:defRPr>
                <a:solidFill>
                  <a:srgbClr val="003764"/>
                </a:solidFill>
              </a:defRPr>
            </a:lvl3pPr>
            <a:lvl4pPr>
              <a:defRPr>
                <a:solidFill>
                  <a:srgbClr val="003764"/>
                </a:solidFill>
              </a:defRPr>
            </a:lvl4pPr>
            <a:lvl5pPr>
              <a:defRPr>
                <a:solidFill>
                  <a:srgbClr val="00376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2A0BC4-56E6-9A46-8ECB-7A79A0DF65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7663" y="1845465"/>
            <a:ext cx="5471160" cy="4175754"/>
          </a:xfrm>
        </p:spPr>
        <p:txBody>
          <a:bodyPr/>
          <a:lstStyle>
            <a:lvl1pPr>
              <a:defRPr>
                <a:solidFill>
                  <a:srgbClr val="003764"/>
                </a:solidFill>
              </a:defRPr>
            </a:lvl1pPr>
            <a:lvl2pPr>
              <a:defRPr>
                <a:solidFill>
                  <a:srgbClr val="003764"/>
                </a:solidFill>
              </a:defRPr>
            </a:lvl2pPr>
            <a:lvl3pPr>
              <a:defRPr>
                <a:solidFill>
                  <a:srgbClr val="003764"/>
                </a:solidFill>
              </a:defRPr>
            </a:lvl3pPr>
            <a:lvl4pPr>
              <a:defRPr>
                <a:solidFill>
                  <a:srgbClr val="003764"/>
                </a:solidFill>
              </a:defRPr>
            </a:lvl4pPr>
            <a:lvl5pPr>
              <a:defRPr>
                <a:solidFill>
                  <a:srgbClr val="00376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228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ef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1A91-A45C-2841-9C87-79CA5E71E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3764"/>
                </a:solidFill>
              </a:defRPr>
            </a:lvl1pPr>
          </a:lstStyle>
          <a:p>
            <a:r>
              <a:rPr lang="en-US" dirty="0"/>
              <a:t>CONTENT SLIDE (2-COLUMN, LEFT PICTURE)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C3057-E734-4A4B-ACE8-204A793A3C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42888" y="1843364"/>
            <a:ext cx="5468112" cy="4144962"/>
          </a:xfrm>
        </p:spPr>
        <p:txBody>
          <a:bodyPr/>
          <a:lstStyle>
            <a:lvl1pPr>
              <a:defRPr>
                <a:solidFill>
                  <a:srgbClr val="003764"/>
                </a:solidFill>
              </a:defRPr>
            </a:lvl1pPr>
            <a:lvl2pPr>
              <a:defRPr>
                <a:solidFill>
                  <a:srgbClr val="003764"/>
                </a:solidFill>
              </a:defRPr>
            </a:lvl2pPr>
            <a:lvl3pPr>
              <a:defRPr>
                <a:solidFill>
                  <a:srgbClr val="003764"/>
                </a:solidFill>
              </a:defRPr>
            </a:lvl3pPr>
            <a:lvl4pPr>
              <a:defRPr>
                <a:solidFill>
                  <a:srgbClr val="003764"/>
                </a:solidFill>
              </a:defRPr>
            </a:lvl4pPr>
            <a:lvl5pPr>
              <a:defRPr>
                <a:solidFill>
                  <a:srgbClr val="00376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41B5E85-E69C-43EC-AD13-17806469B5A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81759" y="1843363"/>
            <a:ext cx="5467350" cy="4144962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center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64106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Right Picture Prohib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1A91-A45C-2841-9C87-79CA5E71E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3764"/>
                </a:solidFill>
              </a:defRPr>
            </a:lvl1pPr>
          </a:lstStyle>
          <a:p>
            <a:r>
              <a:rPr lang="en-US" dirty="0"/>
              <a:t>CONTENT SLIDE (2-COLUMN, RIGHT PICTURE)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C3057-E734-4A4B-ACE8-204A793A3C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843363"/>
            <a:ext cx="5468112" cy="4144962"/>
          </a:xfrm>
        </p:spPr>
        <p:txBody>
          <a:bodyPr/>
          <a:lstStyle>
            <a:lvl1pPr>
              <a:defRPr>
                <a:solidFill>
                  <a:srgbClr val="003764"/>
                </a:solidFill>
              </a:defRPr>
            </a:lvl1pPr>
            <a:lvl2pPr>
              <a:defRPr>
                <a:solidFill>
                  <a:srgbClr val="003764"/>
                </a:solidFill>
              </a:defRPr>
            </a:lvl2pPr>
            <a:lvl3pPr>
              <a:defRPr>
                <a:solidFill>
                  <a:srgbClr val="003764"/>
                </a:solidFill>
              </a:defRPr>
            </a:lvl3pPr>
            <a:lvl4pPr>
              <a:defRPr>
                <a:solidFill>
                  <a:srgbClr val="003764"/>
                </a:solidFill>
              </a:defRPr>
            </a:lvl4pPr>
            <a:lvl5pPr>
              <a:defRPr>
                <a:solidFill>
                  <a:srgbClr val="00376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010D4F2-2A29-415E-9EAB-16FDE06923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343650" y="1851949"/>
            <a:ext cx="5467350" cy="4144963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center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9638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R's Title Prohib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1A91-A45C-2841-9C87-79CA5E71E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3764"/>
                </a:solidFill>
              </a:defRPr>
            </a:lvl1pPr>
          </a:lstStyle>
          <a:p>
            <a:r>
              <a:rPr lang="en-US" dirty="0"/>
              <a:t>4 IMAGES LAYOUT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D2CB73E-8890-4850-A249-98085C180BA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197600" y="1900238"/>
            <a:ext cx="3479800" cy="1958975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20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center icon to add picture</a:t>
            </a:r>
          </a:p>
          <a:p>
            <a:endParaRPr lang="en-US" dirty="0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48F756AE-725F-438F-931F-D153FF1100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514600" y="1900237"/>
            <a:ext cx="3479800" cy="1958975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20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center icon to add picture</a:t>
            </a:r>
          </a:p>
          <a:p>
            <a:endParaRPr lang="en-US" dirty="0"/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226454FC-F739-4F76-805F-5D1C37E1FC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14600" y="4062495"/>
            <a:ext cx="3479800" cy="1958975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20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center icon to add picture</a:t>
            </a:r>
          </a:p>
          <a:p>
            <a:endParaRPr lang="en-US" dirty="0"/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216D0D47-0BCB-4FD5-95E5-4947C88CDB1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97600" y="4062812"/>
            <a:ext cx="3479800" cy="1958975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20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center icon to add picture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946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btitle Slide Prohib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00D7D-E3C8-474C-B0F3-6EB90B8471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470026"/>
            <a:ext cx="10515600" cy="2852737"/>
          </a:xfrm>
        </p:spPr>
        <p:txBody>
          <a:bodyPr anchor="ctr"/>
          <a:lstStyle>
            <a:lvl1pPr algn="ctr">
              <a:defRPr sz="6000" baseline="0">
                <a:solidFill>
                  <a:srgbClr val="003764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 dirty="0"/>
              <a:t>SUBTITLE PROHIBITION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6683A-B057-A84D-BE0C-ABFCB78F8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09441"/>
            <a:ext cx="10515600" cy="1680210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0376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A716850-EE2F-EAB1-EEAC-43D5C4115370}"/>
              </a:ext>
            </a:extLst>
          </p:cNvPr>
          <p:cNvCxnSpPr>
            <a:cxnSpLocks/>
          </p:cNvCxnSpPr>
          <p:nvPr userDrawn="1"/>
        </p:nvCxnSpPr>
        <p:spPr>
          <a:xfrm>
            <a:off x="3505200" y="3810000"/>
            <a:ext cx="5486400" cy="0"/>
          </a:xfrm>
          <a:prstGeom prst="line">
            <a:avLst/>
          </a:prstGeom>
          <a:ln w="28575">
            <a:solidFill>
              <a:srgbClr val="FEC2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139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ictures Horiz Left Prohib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39EAC-5480-EC43-B482-3DB4AB26B8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3764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CB780A7-472F-4BB1-96A5-04D360EA0D4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81000" y="1812925"/>
            <a:ext cx="7377113" cy="41656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center icon to add picture</a:t>
            </a:r>
          </a:p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D5E795E-6B5C-4D3E-BF93-0BE258425C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948613" y="1824778"/>
            <a:ext cx="3024187" cy="4165600"/>
          </a:xfr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center icon to add picture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249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ictures Vert Left Prohib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39EAC-5480-EC43-B482-3DB4AB26B8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3764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7B35AF0F-D903-4DFB-A00F-BD9F2B4A792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581400" y="1813566"/>
            <a:ext cx="7377113" cy="41656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center icon to add picture</a:t>
            </a:r>
          </a:p>
          <a:p>
            <a:endParaRPr lang="en-US" dirty="0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68FD977C-CEE3-4FC5-A1B1-569B49B1C2E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1000" y="1813566"/>
            <a:ext cx="3024187" cy="4165600"/>
          </a:xfr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center icon to add picture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857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149433-12A3-462F-9F31-879A99F708D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16038" y="693738"/>
            <a:ext cx="9559925" cy="521335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center icon to add picture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544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1F63C-8EB5-7242-BF3D-1B7204AA6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003764"/>
                </a:solidFill>
              </a:defRPr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7246F-E7A9-9D4D-A15F-A88B253FE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rgbClr val="003764"/>
                </a:solidFill>
              </a:defRPr>
            </a:lvl1pPr>
            <a:lvl2pPr>
              <a:defRPr sz="2800">
                <a:solidFill>
                  <a:srgbClr val="003764"/>
                </a:solidFill>
              </a:defRPr>
            </a:lvl2pPr>
            <a:lvl3pPr>
              <a:defRPr sz="2400">
                <a:solidFill>
                  <a:srgbClr val="003764"/>
                </a:solidFill>
              </a:defRPr>
            </a:lvl3pPr>
            <a:lvl4pPr>
              <a:defRPr sz="2000">
                <a:solidFill>
                  <a:srgbClr val="003764"/>
                </a:solidFill>
              </a:defRPr>
            </a:lvl4pPr>
            <a:lvl5pPr>
              <a:defRPr sz="2000">
                <a:solidFill>
                  <a:srgbClr val="003764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E2651C-4A60-BD4B-AF52-272C5CB20FF4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003764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6707843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btitle Slide Factor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00D7D-E3C8-474C-B0F3-6EB90B8471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470026"/>
            <a:ext cx="10515600" cy="2852737"/>
          </a:xfrm>
        </p:spPr>
        <p:txBody>
          <a:bodyPr anchor="ctr"/>
          <a:lstStyle>
            <a:lvl1pPr algn="ctr">
              <a:defRPr sz="6000" baseline="0">
                <a:solidFill>
                  <a:srgbClr val="003764"/>
                </a:solidFill>
                <a:latin typeface="Rockwell" panose="02060603020205020403" pitchFamily="18" charset="0"/>
              </a:defRPr>
            </a:lvl1pPr>
          </a:lstStyle>
          <a:p>
            <a:r>
              <a:rPr lang="en-US" dirty="0"/>
              <a:t>Subtitle Factoria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6683A-B057-A84D-BE0C-ABFCB78F8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09441"/>
            <a:ext cx="10515600" cy="1680210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0376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6C59A4E-4CF6-B3DB-74C6-02F98E00B4A5}"/>
              </a:ext>
            </a:extLst>
          </p:cNvPr>
          <p:cNvCxnSpPr>
            <a:cxnSpLocks/>
          </p:cNvCxnSpPr>
          <p:nvPr userDrawn="1"/>
        </p:nvCxnSpPr>
        <p:spPr>
          <a:xfrm>
            <a:off x="3505200" y="3810000"/>
            <a:ext cx="5486400" cy="0"/>
          </a:xfrm>
          <a:prstGeom prst="line">
            <a:avLst/>
          </a:prstGeom>
          <a:ln w="28575">
            <a:solidFill>
              <a:srgbClr val="FEC2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02798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Full Page Factor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6C29A-6FE2-1541-A13A-7B4A3A41E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381000"/>
            <a:ext cx="11429999" cy="1309688"/>
          </a:xfrm>
        </p:spPr>
        <p:txBody>
          <a:bodyPr/>
          <a:lstStyle>
            <a:lvl1pPr marL="9525" indent="0">
              <a:tabLst/>
              <a:defRPr>
                <a:solidFill>
                  <a:srgbClr val="003764"/>
                </a:solidFill>
                <a:latin typeface="Rockwell" panose="02060603020205020403" pitchFamily="18" charset="0"/>
              </a:defRPr>
            </a:lvl1pPr>
          </a:lstStyle>
          <a:p>
            <a:r>
              <a:rPr lang="en-US" dirty="0"/>
              <a:t>Content Slide (1-column, no picture)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E0102-2FC2-1D4F-8554-0AEA981D7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3764"/>
                </a:solidFill>
              </a:defRPr>
            </a:lvl1pPr>
            <a:lvl2pPr>
              <a:defRPr>
                <a:solidFill>
                  <a:srgbClr val="003764"/>
                </a:solidFill>
              </a:defRPr>
            </a:lvl2pPr>
            <a:lvl3pPr>
              <a:defRPr>
                <a:solidFill>
                  <a:srgbClr val="003764"/>
                </a:solidFill>
              </a:defRPr>
            </a:lvl3pPr>
            <a:lvl4pPr>
              <a:defRPr>
                <a:solidFill>
                  <a:srgbClr val="003764"/>
                </a:solidFill>
              </a:defRPr>
            </a:lvl4pPr>
            <a:lvl5pPr>
              <a:defRPr>
                <a:solidFill>
                  <a:srgbClr val="00376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6865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t 2 Columns Factor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1A91-A45C-2841-9C87-79CA5E71E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3764"/>
                </a:solidFill>
                <a:latin typeface="Rockwell" panose="02060603020205020403" pitchFamily="18" charset="0"/>
              </a:defRPr>
            </a:lvl1pPr>
          </a:lstStyle>
          <a:p>
            <a:r>
              <a:rPr lang="en-US" dirty="0"/>
              <a:t>Content Slide (2-column, no picture)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C3057-E734-4A4B-ACE8-204A793A3C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822451"/>
            <a:ext cx="5471160" cy="4178932"/>
          </a:xfrm>
        </p:spPr>
        <p:txBody>
          <a:bodyPr/>
          <a:lstStyle>
            <a:lvl1pPr>
              <a:defRPr>
                <a:solidFill>
                  <a:srgbClr val="003764"/>
                </a:solidFill>
              </a:defRPr>
            </a:lvl1pPr>
            <a:lvl2pPr>
              <a:defRPr>
                <a:solidFill>
                  <a:srgbClr val="003764"/>
                </a:solidFill>
              </a:defRPr>
            </a:lvl2pPr>
            <a:lvl3pPr>
              <a:defRPr>
                <a:solidFill>
                  <a:srgbClr val="003764"/>
                </a:solidFill>
              </a:defRPr>
            </a:lvl3pPr>
            <a:lvl4pPr>
              <a:defRPr>
                <a:solidFill>
                  <a:srgbClr val="003764"/>
                </a:solidFill>
              </a:defRPr>
            </a:lvl4pPr>
            <a:lvl5pPr>
              <a:defRPr>
                <a:solidFill>
                  <a:srgbClr val="00376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2A0BC4-56E6-9A46-8ECB-7A79A0DF65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7663" y="1845465"/>
            <a:ext cx="5471160" cy="4175754"/>
          </a:xfrm>
        </p:spPr>
        <p:txBody>
          <a:bodyPr/>
          <a:lstStyle>
            <a:lvl1pPr>
              <a:defRPr>
                <a:solidFill>
                  <a:srgbClr val="003764"/>
                </a:solidFill>
              </a:defRPr>
            </a:lvl1pPr>
            <a:lvl2pPr>
              <a:defRPr>
                <a:solidFill>
                  <a:srgbClr val="003764"/>
                </a:solidFill>
              </a:defRPr>
            </a:lvl2pPr>
            <a:lvl3pPr>
              <a:defRPr>
                <a:solidFill>
                  <a:srgbClr val="003764"/>
                </a:solidFill>
              </a:defRPr>
            </a:lvl3pPr>
            <a:lvl4pPr>
              <a:defRPr>
                <a:solidFill>
                  <a:srgbClr val="003764"/>
                </a:solidFill>
              </a:defRPr>
            </a:lvl4pPr>
            <a:lvl5pPr>
              <a:defRPr>
                <a:solidFill>
                  <a:srgbClr val="00376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7880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eft Picture Factor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1A91-A45C-2841-9C87-79CA5E71E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3764"/>
                </a:solidFill>
                <a:latin typeface="Rockwell" panose="02060603020205020403" pitchFamily="18" charset="0"/>
              </a:defRPr>
            </a:lvl1pPr>
          </a:lstStyle>
          <a:p>
            <a:r>
              <a:rPr lang="en-US" dirty="0"/>
              <a:t>Content Slide (2-column, left picture)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C3057-E734-4A4B-ACE8-204A793A3C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42888" y="1843364"/>
            <a:ext cx="5468112" cy="4144962"/>
          </a:xfrm>
        </p:spPr>
        <p:txBody>
          <a:bodyPr/>
          <a:lstStyle>
            <a:lvl1pPr>
              <a:defRPr>
                <a:solidFill>
                  <a:srgbClr val="003764"/>
                </a:solidFill>
              </a:defRPr>
            </a:lvl1pPr>
            <a:lvl2pPr>
              <a:defRPr>
                <a:solidFill>
                  <a:srgbClr val="003764"/>
                </a:solidFill>
              </a:defRPr>
            </a:lvl2pPr>
            <a:lvl3pPr>
              <a:defRPr>
                <a:solidFill>
                  <a:srgbClr val="003764"/>
                </a:solidFill>
              </a:defRPr>
            </a:lvl3pPr>
            <a:lvl4pPr>
              <a:defRPr>
                <a:solidFill>
                  <a:srgbClr val="003764"/>
                </a:solidFill>
              </a:defRPr>
            </a:lvl4pPr>
            <a:lvl5pPr>
              <a:defRPr>
                <a:solidFill>
                  <a:srgbClr val="00376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41B5E85-E69C-43EC-AD13-17806469B5A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81759" y="1843363"/>
            <a:ext cx="5467350" cy="4144962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center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44610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Right Picture Factor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1A91-A45C-2841-9C87-79CA5E71E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3764"/>
                </a:solidFill>
                <a:latin typeface="Rockwell" panose="02060603020205020403" pitchFamily="18" charset="0"/>
              </a:defRPr>
            </a:lvl1pPr>
          </a:lstStyle>
          <a:p>
            <a:r>
              <a:rPr lang="en-US" dirty="0"/>
              <a:t>Content Slide (2-column, right picture)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C3057-E734-4A4B-ACE8-204A793A3C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822451"/>
            <a:ext cx="5468112" cy="4144962"/>
          </a:xfrm>
        </p:spPr>
        <p:txBody>
          <a:bodyPr/>
          <a:lstStyle>
            <a:lvl1pPr>
              <a:defRPr>
                <a:solidFill>
                  <a:srgbClr val="003764"/>
                </a:solidFill>
              </a:defRPr>
            </a:lvl1pPr>
            <a:lvl2pPr>
              <a:defRPr>
                <a:solidFill>
                  <a:srgbClr val="003764"/>
                </a:solidFill>
              </a:defRPr>
            </a:lvl2pPr>
            <a:lvl3pPr>
              <a:defRPr>
                <a:solidFill>
                  <a:srgbClr val="003764"/>
                </a:solidFill>
              </a:defRPr>
            </a:lvl3pPr>
            <a:lvl4pPr>
              <a:defRPr>
                <a:solidFill>
                  <a:srgbClr val="003764"/>
                </a:solidFill>
              </a:defRPr>
            </a:lvl4pPr>
            <a:lvl5pPr>
              <a:defRPr>
                <a:solidFill>
                  <a:srgbClr val="00376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010D4F2-2A29-415E-9EAB-16FDE06923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342890" y="1822449"/>
            <a:ext cx="5467350" cy="4144963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center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467003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R's Title Factor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D1A91-A45C-2841-9C87-79CA5E71E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3764"/>
                </a:solidFill>
                <a:latin typeface="Rockwell" panose="02060603020205020403" pitchFamily="18" charset="0"/>
              </a:defRPr>
            </a:lvl1pPr>
          </a:lstStyle>
          <a:p>
            <a:r>
              <a:rPr lang="en-US" dirty="0"/>
              <a:t>4 images layout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D2CB73E-8890-4850-A249-98085C180BA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197600" y="1900238"/>
            <a:ext cx="3479800" cy="1958975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20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center icon to add picture</a:t>
            </a:r>
          </a:p>
          <a:p>
            <a:endParaRPr lang="en-US" dirty="0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48F756AE-725F-438F-931F-D153FF1100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514600" y="1900237"/>
            <a:ext cx="3479800" cy="1958975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20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center icon to add picture</a:t>
            </a:r>
          </a:p>
          <a:p>
            <a:endParaRPr lang="en-US" dirty="0"/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226454FC-F739-4F76-805F-5D1C37E1FC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14600" y="4062495"/>
            <a:ext cx="3479800" cy="1958975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20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center icon to add picture</a:t>
            </a:r>
          </a:p>
          <a:p>
            <a:endParaRPr lang="en-US" dirty="0"/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216D0D47-0BCB-4FD5-95E5-4947C88CDB1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97600" y="4062812"/>
            <a:ext cx="3479800" cy="1958975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20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center icon to add picture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405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ictures Horiz Left Factor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39EAC-5480-EC43-B482-3DB4AB26B8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3764"/>
                </a:solidFill>
                <a:latin typeface="Rockwell" panose="02060603020205020403" pitchFamily="18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CB780A7-472F-4BB1-96A5-04D360EA0D4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81000" y="1812925"/>
            <a:ext cx="7377113" cy="41656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center icon to add picture</a:t>
            </a:r>
          </a:p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D5E795E-6B5C-4D3E-BF93-0BE258425C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948613" y="1824778"/>
            <a:ext cx="3024187" cy="4165600"/>
          </a:xfr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center icon to add picture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7668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ictures Vert Left Factor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39EAC-5480-EC43-B482-3DB4AB26B8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3764"/>
                </a:solidFill>
                <a:latin typeface="Rockwell" panose="02060603020205020403" pitchFamily="18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7B35AF0F-D903-4DFB-A00F-BD9F2B4A792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581400" y="1813566"/>
            <a:ext cx="7377113" cy="41656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center icon to add picture</a:t>
            </a:r>
          </a:p>
          <a:p>
            <a:endParaRPr lang="en-US" dirty="0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68FD977C-CEE3-4FC5-A1B1-569B49B1C2E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1000" y="1813566"/>
            <a:ext cx="3024187" cy="4165600"/>
          </a:xfr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center icon to add picture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224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2.emf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D2AFD-6351-8C41-A38A-DBD8FEE3C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8135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20E0A-9783-074B-8DA6-6E7812071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9" y="1825625"/>
            <a:ext cx="11430000" cy="4092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BD277E-9756-DA40-8B4F-0EE01D6EF9D5}"/>
              </a:ext>
            </a:extLst>
          </p:cNvPr>
          <p:cNvSpPr txBox="1"/>
          <p:nvPr userDrawn="1"/>
        </p:nvSpPr>
        <p:spPr>
          <a:xfrm>
            <a:off x="1688123" y="-6631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02954E-A90E-4645-A203-FE6D1F4CDF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0173" r="22032" b="7592"/>
          <a:stretch/>
        </p:blipFill>
        <p:spPr>
          <a:xfrm>
            <a:off x="11232081" y="457200"/>
            <a:ext cx="959919" cy="64008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B721C2F-5D9C-774B-B145-B07FB96E3BF5}"/>
              </a:ext>
            </a:extLst>
          </p:cNvPr>
          <p:cNvSpPr/>
          <p:nvPr userDrawn="1"/>
        </p:nvSpPr>
        <p:spPr>
          <a:xfrm>
            <a:off x="-8022" y="6406816"/>
            <a:ext cx="12200021" cy="457200"/>
          </a:xfrm>
          <a:prstGeom prst="rect">
            <a:avLst/>
          </a:prstGeom>
          <a:solidFill>
            <a:srgbClr val="0037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438CF1-8133-FB4F-8BB2-129F6CEDA0B0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845" y="6467008"/>
            <a:ext cx="2032603" cy="32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574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62" r:id="rId4"/>
    <p:sldLayoutId id="2147483661" r:id="rId5"/>
    <p:sldLayoutId id="2147483666" r:id="rId6"/>
    <p:sldLayoutId id="2147483651" r:id="rId7"/>
    <p:sldLayoutId id="2147483654" r:id="rId8"/>
    <p:sldLayoutId id="2147483674" r:id="rId9"/>
    <p:sldLayoutId id="2147483655" r:id="rId10"/>
    <p:sldLayoutId id="2147483656" r:id="rId11"/>
  </p:sldLayoutIdLst>
  <p:txStyles>
    <p:titleStyle>
      <a:lvl1pPr marL="9525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4400" b="0" i="0" kern="1200" cap="all" spc="100" baseline="0">
          <a:solidFill>
            <a:srgbClr val="003764"/>
          </a:solidFill>
          <a:latin typeface="Franklin Gothic Medium" panose="020B06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spc="0" normalizeH="0" baseline="0">
          <a:solidFill>
            <a:srgbClr val="003764"/>
          </a:solidFill>
          <a:latin typeface="Avenir Next LT Pro Light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0" normalizeH="0" baseline="0">
          <a:solidFill>
            <a:srgbClr val="003764"/>
          </a:solidFill>
          <a:latin typeface="Avenir Next LT Pro Light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0" normalizeH="0" baseline="0">
          <a:solidFill>
            <a:srgbClr val="003764"/>
          </a:solidFill>
          <a:latin typeface="Avenir Next LT Pro Light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0" normalizeH="0" baseline="0">
          <a:solidFill>
            <a:srgbClr val="003764"/>
          </a:solidFill>
          <a:latin typeface="Avenir Next LT Pro Light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0" normalizeH="0" baseline="0">
          <a:solidFill>
            <a:srgbClr val="003764"/>
          </a:solidFill>
          <a:latin typeface="Avenir Next LT Pro Light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40" userDrawn="1">
          <p15:clr>
            <a:srgbClr val="F26B43"/>
          </p15:clr>
        </p15:guide>
        <p15:guide id="4" pos="7440" userDrawn="1">
          <p15:clr>
            <a:srgbClr val="F26B43"/>
          </p15:clr>
        </p15:guide>
        <p15:guide id="5" orient="horz" pos="240" userDrawn="1">
          <p15:clr>
            <a:srgbClr val="F26B43"/>
          </p15:clr>
        </p15:guide>
        <p15:guide id="6" orient="horz" pos="40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D2AFD-6351-8C41-A38A-DBD8FEE3C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8135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20E0A-9783-074B-8DA6-6E7812071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9" y="1825625"/>
            <a:ext cx="11430000" cy="4092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BD277E-9756-DA40-8B4F-0EE01D6EF9D5}"/>
              </a:ext>
            </a:extLst>
          </p:cNvPr>
          <p:cNvSpPr txBox="1"/>
          <p:nvPr userDrawn="1"/>
        </p:nvSpPr>
        <p:spPr>
          <a:xfrm>
            <a:off x="1688123" y="-6631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02954E-A90E-4645-A203-FE6D1F4CDF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0173" r="22032" b="7592"/>
          <a:stretch/>
        </p:blipFill>
        <p:spPr>
          <a:xfrm>
            <a:off x="11232081" y="457200"/>
            <a:ext cx="959919" cy="64008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B721C2F-5D9C-774B-B145-B07FB96E3BF5}"/>
              </a:ext>
            </a:extLst>
          </p:cNvPr>
          <p:cNvSpPr/>
          <p:nvPr userDrawn="1"/>
        </p:nvSpPr>
        <p:spPr>
          <a:xfrm>
            <a:off x="-8022" y="6406816"/>
            <a:ext cx="12200021" cy="457200"/>
          </a:xfrm>
          <a:prstGeom prst="rect">
            <a:avLst/>
          </a:prstGeom>
          <a:solidFill>
            <a:srgbClr val="0037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438CF1-8133-FB4F-8BB2-129F6CEDA0B0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845" y="6467008"/>
            <a:ext cx="2032603" cy="32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6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</p:sldLayoutIdLst>
  <p:txStyles>
    <p:titleStyle>
      <a:lvl1pPr marL="9525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4400" b="0" i="0" kern="1200" spc="100" baseline="0">
          <a:solidFill>
            <a:srgbClr val="003764"/>
          </a:solidFill>
          <a:latin typeface="Franklin Gothic Medium" panose="020B06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spc="0" normalizeH="0" baseline="0">
          <a:solidFill>
            <a:srgbClr val="003764"/>
          </a:solidFill>
          <a:latin typeface="Avenir Next LT Pro Light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0" normalizeH="0" baseline="0">
          <a:solidFill>
            <a:srgbClr val="003764"/>
          </a:solidFill>
          <a:latin typeface="Avenir Next LT Pro Light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0" normalizeH="0" baseline="0">
          <a:solidFill>
            <a:srgbClr val="003764"/>
          </a:solidFill>
          <a:latin typeface="Avenir Next LT Pro Light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0" normalizeH="0" baseline="0">
          <a:solidFill>
            <a:srgbClr val="003764"/>
          </a:solidFill>
          <a:latin typeface="Avenir Next LT Pro Light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0" normalizeH="0" baseline="0">
          <a:solidFill>
            <a:srgbClr val="003764"/>
          </a:solidFill>
          <a:latin typeface="Avenir Next LT Pro Light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40" userDrawn="1">
          <p15:clr>
            <a:srgbClr val="F26B43"/>
          </p15:clr>
        </p15:guide>
        <p15:guide id="4" pos="7440" userDrawn="1">
          <p15:clr>
            <a:srgbClr val="F26B43"/>
          </p15:clr>
        </p15:guide>
        <p15:guide id="5" orient="horz" pos="240" userDrawn="1">
          <p15:clr>
            <a:srgbClr val="F26B43"/>
          </p15:clr>
        </p15:guide>
        <p15:guide id="6" orient="horz" pos="40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5714B-D157-2A47-BA28-5434368498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8A0902-8D0B-1A42-B9E1-A80538C092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310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27A99-230B-C241-B10D-325B72A72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689CF-8D6C-AE40-A2B2-9AFEA3505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748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10232-6616-ED44-B4DF-0AEC9901E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ADD02-776B-4D48-882C-27A349350B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A31193-EAE8-B340-BE04-4FAA740DF0C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655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CBD5A94-2684-4109-BFC3-39C52409C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6A519D1-FDAF-491F-A720-999D1A744B7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316B57F-ACAA-46D5-9631-2D60783F68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849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93E1632-06A9-46EC-8A0C-F0D9C4323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76F225D-401E-47D6-8F85-504D2A2702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91679F3-2AD2-497D-B940-30E9CC75A0D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503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5E01CC-5A5A-4773-BA35-94ADD124E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435AEE6-D9DB-489D-9BD7-97C1BD03636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1DFBBEF-6363-440E-83F5-0F84C75BFDD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E15B4EE-F66C-48D9-A470-C4CA7A20F0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0A4BE1B-C85E-45F9-A801-7EF9B776EDB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374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99E0B5-572E-428E-9A24-38AA79850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BB6E82-0D7D-4EF4-9658-006EF6B62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887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F113F41-6338-4CBB-A80C-44925D4DE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5A2D115-EBEB-4B7F-AA74-B44CB1FD6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073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F1A1359-69B3-407E-BF9E-A4B21442D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CEDBE7-76C4-444D-8BEA-17360B1889C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E3BCD1B-1FBD-4002-9BCE-A8775C1D92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893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8797BB1-4BEF-4397-BE55-D3422E5A1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1EE90C0-AD1C-4550-9C0F-DF053A6A11D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6E29A84-DEED-4361-B3A6-B9674BC5D0C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862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5103C8-A39A-40FD-8C2F-29AB95830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89993BC-4622-4056-AB9A-A3574E2B377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B7644C3-4EAA-4CD8-B5DD-D74D7125E04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349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5052E09-B87B-4014-9866-EF11420525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628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D2E7C-4CBF-49F6-B444-6BC8FDCD7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466131-7B3F-4869-992F-5DCA8B0441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47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18929A-5E4A-489F-A518-996160A5D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44B836-7097-465B-AF79-4F02435A2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928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86AD388-DCD2-4D20-96A3-0FABE9FFE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6E99C0-76D3-436F-846A-6D336DE639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849483-5F90-44B8-BAC8-35B0F4351D5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87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6DEDB36-8D65-4F7F-9C08-9F647BCEC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E1B8E8-FE11-44DB-A68A-079EC8DEB7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976B084-6080-4388-B063-8E56088A9C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9436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A321F29-C2F2-48DC-84C6-FC8ED88A0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B5A121-87DA-47CA-AE1A-BB175F7BE85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D53B06B-AE72-4C76-963C-781EB1627E3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8565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3C9D2FA-5AEC-4CA4-9168-B3FC38F5F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808F7C7-29B7-4D67-80B3-0D575C9621E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B3EB7D-CB95-470F-BEF3-F8F40E2E6E6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63D1701-B1CE-424C-A8C8-2D090F41F11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BAD70CF-B767-4E54-BEC4-73E1220A8B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4633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5BA4E6C-2BD4-44BD-AC63-92AFBDB62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E6EA69E-7513-4DA1-A6F0-83BFABB03F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F860A3-CD25-4695-A508-BA20C4E5E43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7074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322BF98-15D0-4C44-B7FB-A0DF5D58E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39D3730-0245-451A-9B2F-370F2A17B2C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EB304BD-C86E-4E09-8768-DBFFFD1EFB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1226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750FA7C-28C9-413D-88CC-DD6ABC378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89B97C-A0E1-46D7-8116-287123DF4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1B1B35E-4B36-452B-8875-53A0E10EBAD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084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massd-powerpoint-template-light" id="{1308DE8E-4E04-3C4A-9EF3-75B1CAE9A0AA}" vid="{6C6B3A34-6D6C-144E-98F3-87C661FD0B07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massd-powerpoint-template-light" id="{1308DE8E-4E04-3C4A-9EF3-75B1CAE9A0AA}" vid="{128C23BC-71A4-8748-819D-A2B779F377D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umassd-powerpoint-template-light</Template>
  <TotalTime>4</TotalTime>
  <Words>2</Words>
  <Application>Microsoft Office PowerPoint</Application>
  <PresentationFormat>Widescreen</PresentationFormat>
  <Paragraphs>2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Avenir Next LT Pro Light</vt:lpstr>
      <vt:lpstr>Calibri</vt:lpstr>
      <vt:lpstr>Franklin Gothic Medium</vt:lpstr>
      <vt:lpstr>Rockwell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Tanmay D Sonawane</dc:creator>
  <cp:lastModifiedBy>Tanmay D Sonawane</cp:lastModifiedBy>
  <cp:revision>1</cp:revision>
  <dcterms:created xsi:type="dcterms:W3CDTF">2025-12-11T22:40:48Z</dcterms:created>
  <dcterms:modified xsi:type="dcterms:W3CDTF">2025-12-11T22:50:00Z</dcterms:modified>
</cp:coreProperties>
</file>